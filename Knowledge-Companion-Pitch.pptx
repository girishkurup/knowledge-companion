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548640"/>
            <a:ext cx="1371600" cy="13716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566928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Companion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Twin Expert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 Kurup  ·  AI Architect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 interview</a:t>
            </a:r>
            <a:endParaRPr lang="en-US" sz="4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human expert in the room.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Scheduling.  Inconsistency.  No structured output.  Doesn't scale.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expert.  1 conversation.  1 memory.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1920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Screening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2560320"/>
            <a:ext cx="1920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256032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697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Debriefs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560320"/>
            <a:ext cx="1920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56032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697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2560320"/>
            <a:ext cx="1920240" cy="13716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56032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6974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bottlenecked by human availability.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Companion</a:t>
            </a:r>
            <a:endParaRPr lang="en-US" sz="4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interview.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77724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20040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4612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sends a link.  AI does the rest.  No human needed.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3840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registers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topic, depth &amp; duration. Adds candidate.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04288" y="2560320"/>
            <a:ext cx="16459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868680"/>
            <a:ext cx="2011680" cy="3840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86868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6032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invite sent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receives a unique secure link.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98848" y="2560320"/>
            <a:ext cx="16459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68680"/>
            <a:ext cx="2011680" cy="3840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6868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0" y="24688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agent conducts the full chat interview.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93408" y="2560320"/>
            <a:ext cx="16459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868680"/>
            <a:ext cx="2011680" cy="38404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86868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005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94944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ready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49440" y="24688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generated the moment it ends.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AGENTS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Companion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interview. Streams responses in real time. Adapts to depth level.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5486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87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Question Bank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role-specific questions automatically before the interview starts.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20624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834640"/>
            <a:ext cx="5486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92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Knowledge Graph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concepts, confidence scores, and gaps from every exchange.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20624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34640"/>
            <a:ext cx="5486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992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Report Agent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34930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Assessment, Gap Analysis, and Knowledge PDFs on demand.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situation where a human expert currently interviews someone.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0020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HR Screening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18688" y="1600200"/>
            <a:ext cx="27432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60020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CXO Knowledge Capture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63056" y="1600200"/>
            <a:ext cx="27432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63056" y="160020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0216" y="18288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Architecture Assessment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27432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6324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91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Tech Team Skills Audit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18688" y="3063240"/>
            <a:ext cx="27432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306324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3291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🧓  Expert Knowledge Capture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63056" y="3063240"/>
            <a:ext cx="2743200" cy="1234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306324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3291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experts should</a:t>
            </a:r>
            <a:endParaRPr lang="en-US" sz="4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reports —</a:t>
            </a:r>
            <a:endParaRPr lang="en-US" sz="4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conduct interviews.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Girish Kurup, Knowledge Companion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now hold</a:t>
            </a:r>
            <a:endParaRPr lang="en-US" sz="4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expert-level conversations.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560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27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Any topic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3108960"/>
            <a:ext cx="2560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3127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Any depth level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26480" y="3108960"/>
            <a:ext cx="2560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3127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Any duration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(Anthropic) — adaptive, domain-expert questioning at beginner to expert depth.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Live. Deployed.</a:t>
            </a:r>
            <a:endParaRPr lang="en-US" sz="5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pilot.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04672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platform built on Next.js + Claude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493008"/>
            <a:ext cx="804672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387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Knowledge graph + PDF reports working end to 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51376"/>
            <a:ext cx="804672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9709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on the internet — demo available 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pilot with us.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real use case.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run it together and measure the outcome.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49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20-minute live demo available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3840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3–5 pilot partners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86200" y="457200"/>
            <a:ext cx="1371600" cy="1371600"/>
          </a:xfrm>
          <a:prstGeom prst="ellipse">
            <a:avLst/>
          </a:prstGeom>
          <a:solidFill>
            <a:srgbClr val="1F2937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475488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Companion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Expert for structured knowledge interviews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girishkurup21@gmail.com</a:t>
            </a:r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github.com/girishkurup/knowledge-companion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Companion Pitch</dc:title>
  <dc:subject>PptxGenJS Presentation</dc:subject>
  <dc:creator>Girish Kurup</dc:creator>
  <cp:lastModifiedBy>Girish Kurup</cp:lastModifiedBy>
  <cp:revision>1</cp:revision>
  <dcterms:created xsi:type="dcterms:W3CDTF">2026-04-29T05:22:18Z</dcterms:created>
  <dcterms:modified xsi:type="dcterms:W3CDTF">2026-04-29T05:22:18Z</dcterms:modified>
</cp:coreProperties>
</file>